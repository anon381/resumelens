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9E82">
              <a:alpha val="25000"/>
            </a:srgbClr>
          </a:solidFill>
          <a:ln w="12700">
            <a:solidFill>
              <a:srgbClr val="009E82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82880"/>
            <a:ext cx="1828800" cy="182880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855470" y="223774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CV Analyzer</a:t>
            </a:r>
            <a:endParaRPr lang="en-US" sz="4400" i="1" dirty="0">
              <a:solidFill>
                <a:srgbClr val="00C9A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</a:t>
            </a:r>
            <a:endParaRPr lang="en-US" altLang="en-US" sz="2600" b="1" dirty="0">
              <a:solidFill>
                <a:srgbClr val="0D1B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247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1556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Score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60020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keyword + TF–IDF semantic similarity vs job description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247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11556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ATS/Format Score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83280" y="160020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formatting issues that block ATS parsing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2471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11556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Analysis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55080" y="160020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TF–IDF vectors + cosine similarity for deep skill matching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9923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299008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Metrics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11480" y="347472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Extracts quantified achievements from resume text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46120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9923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299008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Verb Check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83280" y="347472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Highlights strong verbs; suggests replacements for weak ones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17920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99923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299008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Tailored Suggestions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55080" y="347472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Specific recommendations to improve fit for target role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 — ML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81328" y="2240280"/>
            <a:ext cx="256032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14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" y="105156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" y="106984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103120"/>
            <a:ext cx="1005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PDF/text resume uploaded via React frontend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98648" y="2240280"/>
            <a:ext cx="256032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960120"/>
            <a:ext cx="114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25980" y="105156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5980" y="106984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1627632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47088" y="2103120"/>
            <a:ext cx="1005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pypdf extracts raw text from uploaded resume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5968" y="2240280"/>
            <a:ext cx="256032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60120"/>
            <a:ext cx="114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43300" y="105156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3300" y="106984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46120" y="1627632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64408" y="2103120"/>
            <a:ext cx="1005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TF–IDF transforms text into feature vectors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33288" y="2240280"/>
            <a:ext cx="256032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960120"/>
            <a:ext cx="114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60620" y="105156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0620" y="106984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1627632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81728" y="2103120"/>
            <a:ext cx="1005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 scores semantic fit vs job description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50608" y="2240280"/>
            <a:ext cx="256032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960120"/>
            <a:ext cx="114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7940" y="105156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7940" y="106984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80760" y="1627632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ATS Check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99048" y="2103120"/>
            <a:ext cx="1005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Keyword mappings &amp; format rules assessed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52360" y="960120"/>
            <a:ext cx="114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95260" y="105156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95260" y="106984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98080" y="1627632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16368" y="2103120"/>
            <a:ext cx="1005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Scores, metrics &amp; suggestions returned to user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886200"/>
          </a:xfrm>
          <a:prstGeom prst="roundRect">
            <a:avLst>
              <a:gd name="adj" fmla="val 4068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0515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70078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3774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34086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01752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98094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Axios for API calls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65760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62102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Vercel deployment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91840" y="914400"/>
            <a:ext cx="2697480" cy="3886200"/>
          </a:xfrm>
          <a:prstGeom prst="roundRect">
            <a:avLst>
              <a:gd name="adj" fmla="val 4068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2412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50208" y="10515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3493008" y="173736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03320" y="170078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+ FastAPI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493008" y="23774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03320" y="234086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Uvicorn ASGI server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493008" y="301752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703320" y="298094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deployment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493008" y="365760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03320" y="362102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217920" y="914400"/>
            <a:ext cx="2697480" cy="3886200"/>
          </a:xfrm>
          <a:prstGeom prst="roundRect">
            <a:avLst>
              <a:gd name="adj" fmla="val 4068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24128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76288" y="10515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/ NLP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6419088" y="173736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629400" y="170078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 TF–IDF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419088" y="23774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29400" y="234086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419088" y="301752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29400" y="298094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pypdf text parsing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419088" y="365760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29400" y="362102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Curated keyword maps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768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3522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PDF/Text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75304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9359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2606040"/>
            <a:ext cx="5486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4231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100584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(FastAPI)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1600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1848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Routes: /analyze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258568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276856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 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916936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93522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ATS Service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575304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59359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Scoring Service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2606040"/>
            <a:ext cx="5486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4231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00584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FDF2E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0515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04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Services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16002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6184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4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TF–IDF Vectorizer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2258568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22768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4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2916936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93522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4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Keyword Matcher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75120" y="3575304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59359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4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Extractor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Outputs — What Users See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keyword + semantic TF–IDF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9728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14600" y="19202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ATS 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240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&amp; structure compliance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A2E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9728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Metrics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Quantified achievements found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A2E45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09728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29B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812280" y="19202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2240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 improvements generated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Output Suggestions: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310128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Add missing skill keywords: "Docker", "CI/CD", "Kubernetes" — found in job description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Replace "responsible for" with strong action verbs like "Architected" or "Led"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Quantify: "Improved API performance" → "Improved API performance by 40%, reducing latency by 200ms"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services/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matcher · scorer · ATS · semantic · skill · rewrite · ranking · parser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routes/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06654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analyze.py — main API endpoint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67004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schemas.py — Pydantic request/response models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32735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app entry point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3877056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dependencies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97680" cy="3931920"/>
          </a:xfrm>
          <a:prstGeom prst="roundRect">
            <a:avLst>
              <a:gd name="adj" fmla="val 2326"/>
            </a:avLst>
          </a:prstGeom>
          <a:solidFill>
            <a:srgbClr val="EBF5FB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9601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1463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4630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components &amp; pages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06654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tailwind.config.js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06654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 CSS configuration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6700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vite.config.js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67004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Vite bundler configuration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273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2735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dependencies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387705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877056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 entry point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Team — Group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2801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Seid Hulle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07008" y="17556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ETS1219/15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41648" y="12801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Tesfamichael Tafere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041648" y="17556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ETS1303/15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0058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25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76288" y="12801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Yabets Maregn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876288" y="17556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ETS1351/15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926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461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Wendmagegn Tajura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07008" y="36758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ETS1343/15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2926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2461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41648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Yonas Solomon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041648" y="36758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ETS1462/15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2926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E45"/>
          </a:solidFill>
          <a:ln w="12700">
            <a:solidFill>
              <a:srgbClr val="009E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2461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76288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Selamawit Tefera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76288" y="36758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ETS1223/15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2377</Words>
  <Application>WPS Presentation</Application>
  <PresentationFormat>On-screen Show (16:9)</PresentationFormat>
  <Paragraphs>240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微软雅黑</vt:lpstr>
      <vt:lpstr>Arial Unicode MS</vt:lpstr>
      <vt:lpstr>D050000L [urw]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ResumeLens – Smart CV Analyzer</dc:title>
  <dc:creator>PptxGenJS</dc:creator>
  <dc:subject>PptxGenJS Presentation</dc:subject>
  <cp:lastModifiedBy>anon</cp:lastModifiedBy>
  <cp:revision>4</cp:revision>
  <dcterms:created xsi:type="dcterms:W3CDTF">2026-06-22T07:12:34Z</dcterms:created>
  <dcterms:modified xsi:type="dcterms:W3CDTF">2026-06-22T07:12:34Z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